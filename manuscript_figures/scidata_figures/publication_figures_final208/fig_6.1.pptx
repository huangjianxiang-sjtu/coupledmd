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6405"/>
  </p:normalViewPr>
  <p:slideViewPr>
    <p:cSldViewPr snapToGrid="0" snapToObjects="1">
      <p:cViewPr varScale="1">
        <p:scale>
          <a:sx n="138" d="100"/>
          <a:sy n="138" d="100"/>
        </p:scale>
        <p:origin x="1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8CF1-324F-3A43-A914-3F912BE45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24C8F-3555-3A4B-8D5F-3773DA7C7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B4603-1EA1-AD49-914A-8A0A1EB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10B5-42F1-4140-9598-111D042351DE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72D97-2091-8F41-9205-9E12FB2E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F6ED1-334F-1A4D-960C-AE4F1051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F0B59-874D-BA48-A378-26C03443E83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1560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3F76-55B2-8246-A141-768E51CF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9F84C-3B6E-454B-B378-B95B67A2C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70B82-E738-9C4B-B899-78D257A30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10B5-42F1-4140-9598-111D042351DE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8927F-7992-F249-842B-C7077C5A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63363-829C-094C-A817-85BA484FB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F0B59-874D-BA48-A378-26C03443E83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86760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6F0B-0DF6-EE40-856A-D96DD3676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36985-C355-E946-A9B4-6941B6596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B2811-7DA7-CD4A-BE22-ACF763198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10B5-42F1-4140-9598-111D042351DE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CE795-0ED1-EF4B-A9AB-562B2372F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CE48C-F181-DE47-A992-47C06FF5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F0B59-874D-BA48-A378-26C03443E83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68318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C7DE-F54D-3B4C-9770-0205979FF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B6714-FB4A-6443-B351-064BF7E2E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21227-3C8D-A746-8F49-387F2D269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2A5E8-8FAF-9C4B-A1F4-13FD13C03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10B5-42F1-4140-9598-111D042351DE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A2EF2-60A8-F44E-A63C-B1DE470AE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43C6C-2B4C-0C42-A1C4-82FEEC82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F0B59-874D-BA48-A378-26C03443E83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6426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1D26-A784-1B48-80F2-5F7146FA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9A894-CF9E-0C46-8BFE-DA0BEE5D1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32AA3-39F2-DB4E-BE2D-BC9D61763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97755-D334-9641-BD6D-8A9E23F21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8EFDF3-B8D5-4843-9933-E637AB603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44DCDE-8887-1644-8030-7207C8166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10B5-42F1-4140-9598-111D042351DE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3E6510-10C8-CB47-9746-4212713C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50C657-27B4-BB42-9F7B-B670D873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F0B59-874D-BA48-A378-26C03443E83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9046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4062-0B53-ED43-AA97-1CA99E3E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20E79-B088-A447-BF0A-5FEAE0E3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10B5-42F1-4140-9598-111D042351DE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CCD0C-D6BF-4046-A11F-C5897A13B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1DA1B-BEF9-3B4B-80D9-BF72EA3A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F0B59-874D-BA48-A378-26C03443E83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09702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45409-3198-E647-81D4-EA68EB35E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10B5-42F1-4140-9598-111D042351DE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BFA8F-F675-BB46-80B6-7C9F59968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CB4BF-16F4-2442-9387-946946E7D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F0B59-874D-BA48-A378-26C03443E83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6688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2EDF-57AB-854A-A1BF-572E917F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1A616-1E5E-7549-B7C1-46263464A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9DD49-D033-3C4E-991E-83727468C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A0F49-0538-0C4A-BB2B-B87BFC0D3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10B5-42F1-4140-9598-111D042351DE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D240E-9B14-9D4F-AD91-9A6E67753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9F4F5-9171-184C-B9AB-6E63FA19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F0B59-874D-BA48-A378-26C03443E83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1524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F63F-A53F-264B-B00C-6ADB95C8D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CE21E-99D1-134D-A47D-BD4260165F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21AC9-C2E2-6340-A03D-7C721D90E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86A4C-1D65-6B48-804C-B0B3C0B7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10B5-42F1-4140-9598-111D042351DE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73FAE-B622-2B4F-9866-3B34CE16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16D2B-2E38-034C-BB98-B4D4D38F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F0B59-874D-BA48-A378-26C03443E83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6339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082E-A082-0843-A5FC-4867D1372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E4BA9-44FF-8643-9623-16C3DFFB4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2884-A069-784B-8279-3A20F00D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10B5-42F1-4140-9598-111D042351DE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D12C9-CBBA-EF48-B6D1-6F93BEF7D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1E052-1823-5A44-9750-DF9E3197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F0B59-874D-BA48-A378-26C03443E83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3467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51A2C0-8DC4-A149-B629-9172FEE60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70D7C-C3C6-C747-906D-7C8FF5198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53494-B789-C64F-A56A-4FF7619ED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10B5-42F1-4140-9598-111D042351DE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A0BEF-CF08-DC4C-9BF7-F2C106B3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08CA7-54B4-F047-82C6-F494F0D2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F0B59-874D-BA48-A378-26C03443E83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8792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A0A33-2ADF-2B42-8D93-C40AADC0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EEDA3-F412-564D-B3EA-22F4166E4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BF467-0538-2A41-8439-06EB84901B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510B5-42F1-4140-9598-111D042351DE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35B2F-634C-0441-B9C3-B6EF1210C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81D37-A571-8241-BD27-5D9F032E6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F0B59-874D-BA48-A378-26C03443E83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4884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274FB9A-4027-8748-8740-24EDEF6F6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800" y="0"/>
            <a:ext cx="8487572" cy="6861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CF61DF5-2A72-5B4E-B86D-01E00F1E5D6B}"/>
              </a:ext>
            </a:extLst>
          </p:cNvPr>
          <p:cNvSpPr/>
          <p:nvPr/>
        </p:nvSpPr>
        <p:spPr>
          <a:xfrm>
            <a:off x="2890981" y="557784"/>
            <a:ext cx="3389745" cy="1965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F1C86-1803-864B-97CD-652AAAAD8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3912" y="310896"/>
            <a:ext cx="3163824" cy="31638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AA9572-8DD3-6847-B2A6-7A30A5E9523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8286" y="722376"/>
            <a:ext cx="1789714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7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jianxiang huang</dc:creator>
  <cp:lastModifiedBy>jianxiang huang</cp:lastModifiedBy>
  <cp:revision>3</cp:revision>
  <dcterms:created xsi:type="dcterms:W3CDTF">2026-07-16T05:55:14Z</dcterms:created>
  <dcterms:modified xsi:type="dcterms:W3CDTF">2026-07-16T06:31:27Z</dcterms:modified>
</cp:coreProperties>
</file>